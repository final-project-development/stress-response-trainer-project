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630f10d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630f10d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30f10d7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30f10d7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30f10d7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30f10d7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630f10d7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630f10d7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630f10d71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630f10d7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30f10d71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30f10d7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630f10d71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630f10d71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630f10d71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630f10d71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30f10d71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30f10d71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630f10d71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630f10d71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630f10d71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630f10d71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630f10d71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630f10d71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30f10d71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630f10d71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30f10d71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30f10d71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630f10d71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630f10d71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630f10d71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630f10d71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630f10d71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630f10d71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630f10d71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630f10d71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630f10d71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630f10d71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630f10d71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630f10d71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630f10d71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630f10d71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t4W2cw9vYDIcqlx9ucS7ffoVChuPPDvC/view" TargetMode="External"/><Relationship Id="rId4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2328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חליק את התמונה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2328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עשה את הטקסט באותו צבע כמו בעמודים הקודמים"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23283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3400"/>
              <a:t>                      Our Solution: 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3400"/>
              <a:t>          VR Stress Response Trainer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2097750"/>
            <a:ext cx="8520600" cy="24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2600">
                <a:solidFill>
                  <a:schemeClr val="dk1"/>
                </a:solidFill>
              </a:rPr>
              <a:t>An immersive VR simulator that mimics emergency scenarios while monitoring real-time physiological markers (HR/HRV)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iw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-16333" t="-8143"/>
          <a:stretch/>
        </p:blipFill>
        <p:spPr>
          <a:xfrm>
            <a:off x="2393700" y="2786000"/>
            <a:ext cx="4713300" cy="23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עצב את זה דומה יותר לשאר העמודים"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עצב"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עשה כמו העמוד הקודם מבחינת עיצוב"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עשה את זה מבחינת עיצוב כמו העמודים הקודמים"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שפר את השקף בעיצוב כמו של השאר"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2" title="prototype_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050" y="843175"/>
            <a:ext cx="7459627" cy="4196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242900"/>
            <a:ext cx="20256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iw" sz="2400"/>
              <a:t>Prototype </a:t>
            </a:r>
            <a:endParaRPr b="1" sz="5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שפר את השקף עם הTHANK YOU כמו הקודם"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