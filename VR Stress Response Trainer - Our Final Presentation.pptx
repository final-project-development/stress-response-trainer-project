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1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56"/>
      </p:cViewPr>
      <p:guideLst>
        <p:guide orient="horz" pos="141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67cbe9a3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67cbe9a3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630f10d7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630f10d71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630f10d71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630f10d71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630f10d7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630f10d71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630f10d71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630f10d71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30f10d71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630f10d71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67cbe9a3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67cbe9a3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630f10d71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630f10d71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630f10d71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630f10d71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630f10d71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630f10d71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630f10d71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630f10d71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30f10d71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30f10d71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630f10d71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630f10d71_0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630f10d71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630f10d71_0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630f10d71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630f10d71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630f10d71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630f10d71_0_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630f10d71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630f10d71_0_7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630f10d71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630f10d71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630f10d71_0_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630f10d71_0_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630f10d71_0_9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630f10d71_0_9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630f10d71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630f10d71_0_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vWHwh6abheyhlEf4rLsiYgXLQWrhvcls/view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שים ליד student 2 גם תמונה של כובע כמו שיש ליד STUDENT !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תחליק את התמונ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423283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descr="תעשה את הטקסט באותו צבע כמו בעמודים הקודמים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descr="תעשה את זה דומה יותר לעמוד הקודם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4413" y="4600563"/>
            <a:ext cx="6191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 descr="תעצב את זה דומה יותר לשאר העמודים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551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 descr="תעצב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 descr="תעשה כמו העמוד הקודם מבחינת עיצוב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5" descr="תעשה את זה מבחינת עיצוב כמו העמודים הקודמים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 descr="תשפר את השקף בעיצוב כמו של השאר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0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 descr="שיפור השקף הזה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2025600" cy="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iw" sz="2400" b="1" dirty="0"/>
              <a:t>Prototype </a:t>
            </a:r>
            <a:endParaRPr sz="52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29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520" dirty="0"/>
          </a:p>
        </p:txBody>
      </p:sp>
      <p:sp>
        <p:nvSpPr>
          <p:cNvPr id="169" name="Google Shape;16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20</a:t>
            </a:fld>
            <a:endParaRPr/>
          </a:p>
        </p:txBody>
      </p:sp>
      <p:pic>
        <p:nvPicPr>
          <p:cNvPr id="170" name="Google Shape;170;p32" title="VR_Prototype_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75" y="744500"/>
            <a:ext cx="8807175" cy="39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3" descr="תשפר את השקף עם הTHANK YOU כמו הקודם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fld id="{00000000-1234-1234-1234-123412341234}" type="slidenum">
              <a:rPr lang="iw" sz="2000">
                <a:solidFill>
                  <a:schemeClr val="dk1"/>
                </a:solidFill>
              </a:rPr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On-screen Show (16:9)</PresentationFormat>
  <Paragraphs>21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Prototype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sapir gerstman</cp:lastModifiedBy>
  <cp:revision>1</cp:revision>
  <dcterms:modified xsi:type="dcterms:W3CDTF">2026-02-04T12:26:03Z</dcterms:modified>
</cp:coreProperties>
</file>